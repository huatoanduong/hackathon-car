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4"/>
    </p:embeddedFont>
    <p:embeddedFont>
      <p:font typeface="Instrument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1075" y="-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53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0713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 Map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62720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EV Mobility Platform for Vietnam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809479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for Vietnamese EV reality.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367754"/>
            <a:ext cx="4784675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 adoption is growing fast — but EV travel is still stressful.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5162" y="1385218"/>
            <a:ext cx="4784675" cy="754187"/>
          </a:xfrm>
          <a:prstGeom prst="roundRect">
            <a:avLst>
              <a:gd name="adj" fmla="val 1586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8066" y="151812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Range Anxiety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8066" y="1800523"/>
            <a:ext cx="451886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Will I make it? No reliable SOC-aware routing exists for Vietnam's roads.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5162" y="2263973"/>
            <a:ext cx="4784675" cy="754187"/>
          </a:xfrm>
          <a:prstGeom prst="roundRect">
            <a:avLst>
              <a:gd name="adj" fmla="val 1586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066" y="239687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Fragmented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066" y="2679278"/>
            <a:ext cx="451886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status is scattered, outdated, or simply unavailable in real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5162" y="3142729"/>
            <a:ext cx="4784675" cy="754187"/>
          </a:xfrm>
          <a:prstGeom prst="roundRect">
            <a:avLst>
              <a:gd name="adj" fmla="val 1586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066" y="327563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Broken Chargers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066" y="3558034"/>
            <a:ext cx="451886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Arriving at a station only to find it broken or fully occupied.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5162" y="4021485"/>
            <a:ext cx="4784675" cy="754187"/>
          </a:xfrm>
          <a:prstGeom prst="roundRect">
            <a:avLst>
              <a:gd name="adj" fmla="val 1586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066" y="415438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Unified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8066" y="4436790"/>
            <a:ext cx="451886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Maps isn't EV-native. No single platform covers the full journey.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412871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Existing Solutions Fall Short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apps show roads. </a:t>
            </a:r>
            <a:r>
              <a:rPr lang="en-US" sz="8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 understands EV travel.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903759" y="1820168"/>
            <a:ext cx="3538463" cy="2233315"/>
          </a:xfrm>
          <a:prstGeom prst="roundRect">
            <a:avLst>
              <a:gd name="adj" fmla="val 428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8521" y="1824930"/>
            <a:ext cx="3528938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4859" y="1877467"/>
            <a:ext cx="9848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17018" y="1877467"/>
            <a:ext cx="55907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Maps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93380" y="1877467"/>
            <a:ext cx="55907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Apps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69742" y="1877467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8521" y="2227659"/>
            <a:ext cx="35289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859" y="2280196"/>
            <a:ext cx="9848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EV-aware routing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17018" y="228019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93380" y="228019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69742" y="2280196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08521" y="2481560"/>
            <a:ext cx="3528938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859" y="2534096"/>
            <a:ext cx="9848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Multi-network chargers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17018" y="253409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93380" y="253409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69742" y="2534096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8521" y="2884289"/>
            <a:ext cx="35289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4859" y="2936825"/>
            <a:ext cx="9848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Community reports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17018" y="2936825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93380" y="2936825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⚠️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69742" y="2936825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8521" y="3138190"/>
            <a:ext cx="3528938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4859" y="3190726"/>
            <a:ext cx="9848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 sharing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17018" y="319072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3380" y="3190726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69742" y="3190726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08521" y="3392091"/>
            <a:ext cx="3528938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4859" y="3444627"/>
            <a:ext cx="98487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EV-friendly hotels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17018" y="3444627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93380" y="3444627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69742" y="3444627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08521" y="3645991"/>
            <a:ext cx="3528938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14859" y="3698528"/>
            <a:ext cx="9848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Vietnam-specific EV reality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17018" y="3698528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93380" y="3698528"/>
            <a:ext cx="55907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69742" y="3698528"/>
            <a:ext cx="5614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8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392" y="1167631"/>
            <a:ext cx="3538463" cy="3538463"/>
          </a:xfrm>
          <a:prstGeom prst="rect">
            <a:avLst/>
          </a:prstGeom>
        </p:spPr>
      </p:pic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186" y="1147762"/>
            <a:ext cx="3538463" cy="353846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42E2462-ACFF-16DB-BD22-5DE3350D68AF}"/>
              </a:ext>
            </a:extLst>
          </p:cNvPr>
          <p:cNvSpPr/>
          <p:nvPr/>
        </p:nvSpPr>
        <p:spPr>
          <a:xfrm>
            <a:off x="6797039" y="1386840"/>
            <a:ext cx="1256779" cy="2133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T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85527"/>
            <a:ext cx="4709071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 Open EV Ecosystem — Built for Partners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2161356"/>
            <a:ext cx="309622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 creates value for every stakeholder in the EV journey — from charger operators to hotels, cafes, malls, and rescue services.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244" y="736476"/>
            <a:ext cx="3096220" cy="30962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244" y="736476"/>
            <a:ext cx="3096220" cy="30962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62298" y="3970065"/>
            <a:ext cx="2099072" cy="510257"/>
          </a:xfrm>
          <a:prstGeom prst="roundRect">
            <a:avLst>
              <a:gd name="adj" fmla="val 8960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352773" y="3970065"/>
            <a:ext cx="38100" cy="510257"/>
          </a:xfrm>
          <a:prstGeom prst="roundRect">
            <a:avLst>
              <a:gd name="adj" fmla="val 21976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493416" y="4072607"/>
            <a:ext cx="119122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Customer Acquisition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493416" y="4254550"/>
            <a:ext cx="18654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access to engaged EV drivers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522390" y="3970065"/>
            <a:ext cx="2099146" cy="510257"/>
          </a:xfrm>
          <a:prstGeom prst="roundRect">
            <a:avLst>
              <a:gd name="adj" fmla="val 8960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512865" y="3970065"/>
            <a:ext cx="38100" cy="510257"/>
          </a:xfrm>
          <a:prstGeom prst="roundRect">
            <a:avLst>
              <a:gd name="adj" fmla="val 21976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653507" y="407260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Visibility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53507" y="4254550"/>
            <a:ext cx="18654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Data-driven insights on EV travel behavior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682555" y="3970065"/>
            <a:ext cx="2099072" cy="510257"/>
          </a:xfrm>
          <a:prstGeom prst="roundRect">
            <a:avLst>
              <a:gd name="adj" fmla="val 8960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673030" y="3970065"/>
            <a:ext cx="38100" cy="510257"/>
          </a:xfrm>
          <a:prstGeom prst="roundRect">
            <a:avLst>
              <a:gd name="adj" fmla="val 21976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813673" y="407260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Increased Utilization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13673" y="4254550"/>
            <a:ext cx="18654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Drive traffic to underused charging assets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1362298" y="4549006"/>
            <a:ext cx="6419404" cy="308893"/>
          </a:xfrm>
          <a:prstGeom prst="roundRect">
            <a:avLst>
              <a:gd name="adj" fmla="val 27107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5316" y="4674319"/>
            <a:ext cx="116235" cy="930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568" y="4633243"/>
            <a:ext cx="60241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Model:</a:t>
            </a:r>
            <a:r>
              <a:rPr lang="en-US" sz="7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Promoted locations · Premium visibility · Analytics subscriptions · Ecosystem loyalty · Future API platform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33747"/>
            <a:ext cx="487769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Moat Is Not Maps. It's EV Reality Data.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18654" y="1232669"/>
            <a:ext cx="487769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has maps. </a:t>
            </a:r>
            <a:r>
              <a:rPr lang="en-US" sz="9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 has EV intelligence.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Proprietary data that compounds over time and cannot be replicated.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8654" y="1758628"/>
            <a:ext cx="2375743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6+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58887" y="228875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Unique Data Layers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8654" y="2536106"/>
            <a:ext cx="237574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reliability, real-world consumption, community reports, overnight charging, route patterns, and Vietnam-specific mobility behavior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920529" y="1758628"/>
            <a:ext cx="2375818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1st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3360837" y="228875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Vietnam-Native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920529" y="2536106"/>
            <a:ext cx="237581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only platform purpose-built for Vietnamese EV infrastructure, roads, and driver behavior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69554" y="3503116"/>
            <a:ext cx="2375818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∞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2109862" y="403324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Network Effects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669554" y="4280595"/>
            <a:ext cx="237581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journey, report, and review makes the platform smarter and harder to replicate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918"/>
            <a:ext cx="49398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One App for Every EV Journey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 is the complete EV travel companion — from planning to arrival.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94706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EV Routing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SOC-aware navigation with optimized charging stops and safety buffers.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9470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Live Charger Info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532757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status, reliability scores, and queue predictions across all networks.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69903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014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Community Alerts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0795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reports, reviews, and shared routes from the EV community.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69903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01442"/>
            <a:ext cx="20790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EV-Friendly Destinations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10795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Overnight charging hotels, EV-friendly cafes, and rescue network access.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0107"/>
            <a:ext cx="496118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Features, Deeply Integrated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42541" y="965634"/>
            <a:ext cx="4044553" cy="1921892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6828" y="979921"/>
            <a:ext cx="4015978" cy="398711"/>
          </a:xfrm>
          <a:prstGeom prst="roundRect">
            <a:avLst>
              <a:gd name="adj" fmla="val 2570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2353" y="158211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Routing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353" y="1864519"/>
            <a:ext cx="3750171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SOC-aware navigation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optimization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Safety buffer calculation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Food &amp; rest stop routing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35520" y="919981"/>
            <a:ext cx="4044553" cy="1921892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85481" y="975791"/>
            <a:ext cx="4015978" cy="398711"/>
          </a:xfrm>
          <a:prstGeom prst="roundRect">
            <a:avLst>
              <a:gd name="adj" fmla="val 2570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781476" y="158211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81476" y="1864519"/>
            <a:ext cx="3750171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charger reports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reviews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 sharing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Convoys &amp; EV clubs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5162" y="3091011"/>
            <a:ext cx="4044553" cy="1672307"/>
          </a:xfrm>
          <a:prstGeom prst="roundRect">
            <a:avLst>
              <a:gd name="adj" fmla="val 7153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9450" y="3105299"/>
            <a:ext cx="4015978" cy="398711"/>
          </a:xfrm>
          <a:prstGeom prst="roundRect">
            <a:avLst>
              <a:gd name="adj" fmla="val 2570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12353" y="362857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 Lifestyle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353" y="3910980"/>
            <a:ext cx="3750171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Overnight charging hotels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EV-friendly cafes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Roadside rescue network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34285" y="3091011"/>
            <a:ext cx="4044553" cy="1672307"/>
          </a:xfrm>
          <a:prstGeom prst="roundRect">
            <a:avLst>
              <a:gd name="adj" fmla="val 7153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648572" y="3105299"/>
            <a:ext cx="4015978" cy="398711"/>
          </a:xfrm>
          <a:prstGeom prst="roundRect">
            <a:avLst>
              <a:gd name="adj" fmla="val 2570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846" y="3204939"/>
            <a:ext cx="199355" cy="1993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1476" y="362857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vi-VN" sz="1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Just one wallet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781476" y="3910980"/>
            <a:ext cx="3750171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vi-VN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VETC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vi-VN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Electric bill</a:t>
            </a: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vi-VN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Community score</a:t>
            </a:r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B8533B81-AF6C-184B-32F3-FD3E55C46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0221" y="3127436"/>
            <a:ext cx="354360" cy="354360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8DB0B765-8941-94F6-C8C3-48415BD0D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3647" y="979921"/>
            <a:ext cx="354360" cy="354360"/>
          </a:xfrm>
          <a:prstGeom prst="rect">
            <a:avLst/>
          </a:prstGeom>
        </p:spPr>
      </p:pic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A3E3DF25-021C-6899-2936-21D1AD6BB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6290" y="979455"/>
            <a:ext cx="354360" cy="35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85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EV Routing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508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Find optimal routes based 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63973"/>
            <a:ext cx="2622724" cy="736625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6119" y="2244923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94805" y="205137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2351" y="2178918"/>
            <a:ext cx="170111" cy="1701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6927" y="26183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Battery level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60601" y="2263973"/>
            <a:ext cx="2622724" cy="736625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60601" y="2244923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59287" y="205137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833" y="2178918"/>
            <a:ext cx="170111" cy="1701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1410" y="26183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Vehicle model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25083" y="2263973"/>
            <a:ext cx="2622724" cy="736625"/>
          </a:xfrm>
          <a:prstGeom prst="roundRect">
            <a:avLst>
              <a:gd name="adj" fmla="val 1241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25083" y="2244923"/>
            <a:ext cx="2622724" cy="7620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23770" y="205137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1316" y="2178918"/>
            <a:ext cx="170111" cy="1701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5892" y="26183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Destination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96119" y="316006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 route options: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64062"/>
            <a:ext cx="141759" cy="141759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96119" y="376825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96119" y="38771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Fastest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0601" y="3564062"/>
            <a:ext cx="141759" cy="14175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260601" y="376825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3260601" y="3877196"/>
            <a:ext cx="1898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Lowest battery anxiety</a:t>
            </a:r>
            <a:endParaRPr lang="en-US" sz="13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5083" y="3564062"/>
            <a:ext cx="141759" cy="141759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025083" y="3768254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6025083" y="3877196"/>
            <a:ext cx="2054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Best charging/rest stops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623" y="332705"/>
            <a:ext cx="4785717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Community-Powered EV Experience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87623" y="808583"/>
            <a:ext cx="493975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 Map thrives on the power of its community, transforming individual journeys into collective intelligence.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623" y="1221432"/>
            <a:ext cx="276820" cy="2768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7623" y="160637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Share routes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87623" y="1831256"/>
            <a:ext cx="493975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Seamlessly share optimized routes with friends or other EV enthusiasts.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623" y="2162026"/>
            <a:ext cx="276820" cy="2768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7623" y="254697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Review chargers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87623" y="2771849"/>
            <a:ext cx="493975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Contribute to charger reliability scores and help others make informed decisions.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623" y="3102620"/>
            <a:ext cx="276820" cy="2768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7623" y="3487564"/>
            <a:ext cx="151135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Report real-time issues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87623" y="3712443"/>
            <a:ext cx="493975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Instantly report broken chargers or long queues, keeping the community updated.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623" y="4043214"/>
            <a:ext cx="276820" cy="2768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7623" y="4428158"/>
            <a:ext cx="142711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Build EV communities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87623" y="4653037"/>
            <a:ext cx="4939754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 with local EV clubs, organize convoys, and foster a supportive network.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1630"/>
            <a:ext cx="549786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Roadmap: From Utility to Platform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62475" y="1116806"/>
            <a:ext cx="19050" cy="2667149"/>
          </a:xfrm>
          <a:prstGeom prst="roundRect">
            <a:avLst>
              <a:gd name="adj" fmla="val 648837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24610" y="1261765"/>
            <a:ext cx="411956" cy="19050"/>
          </a:xfrm>
          <a:prstGeom prst="roundRect">
            <a:avLst>
              <a:gd name="adj" fmla="val 648837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17516" y="1116806"/>
            <a:ext cx="308967" cy="308967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9011" y="114255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8723" y="116398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 — Utility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640" y="1458292"/>
            <a:ext cx="340474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Charger map, EV routing, SOC prediction, reviews &amp; reports.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Launch the core experience.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7434" y="2077120"/>
            <a:ext cx="411956" cy="19050"/>
          </a:xfrm>
          <a:prstGeom prst="roundRect">
            <a:avLst>
              <a:gd name="adj" fmla="val 648837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17516" y="1932161"/>
            <a:ext cx="308967" cy="308967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69011" y="1957908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8619" y="197934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 — Trust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58619" y="2273647"/>
            <a:ext cx="3404741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occupancy, reliability scoring, hotel integrations, community features.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user confidence.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4610" y="2783012"/>
            <a:ext cx="411956" cy="19050"/>
          </a:xfrm>
          <a:prstGeom prst="roundRect">
            <a:avLst>
              <a:gd name="adj" fmla="val 648837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17516" y="2638053"/>
            <a:ext cx="308967" cy="308967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69011" y="2663800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68723" y="268523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 — Platform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640" y="2979539"/>
            <a:ext cx="340474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 sharing, loyalty ecosystem, analytics platform, full EV mobility network. </a:t>
            </a: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Become the operating layer.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640" y="3933602"/>
            <a:ext cx="8182719" cy="788268"/>
          </a:xfrm>
          <a:prstGeom prst="roundRect">
            <a:avLst>
              <a:gd name="adj" fmla="val 1568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4142184"/>
            <a:ext cx="171599" cy="13729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26827" y="4100885"/>
            <a:ext cx="759923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phase unlocks new partner opportunities and deepens the data moat — creating a compounding competitive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51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 Map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180728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Best App for EV Drivers in Vietnam</a:t>
            </a:r>
            <a:endParaRPr lang="en-US" sz="3850" dirty="0"/>
          </a:p>
        </p:txBody>
      </p:sp>
      <p:sp>
        <p:nvSpPr>
          <p:cNvPr id="5" name="Shape 2"/>
          <p:cNvSpPr/>
          <p:nvPr/>
        </p:nvSpPr>
        <p:spPr>
          <a:xfrm>
            <a:off x="3925119" y="2616101"/>
            <a:ext cx="2290465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66877" y="27578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 just navigation.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3064371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Confidence for every EV journey.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616101"/>
            <a:ext cx="2290539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9101" y="2757860"/>
            <a:ext cx="2001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Powered by community.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3064371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 drivers, real data, real trust.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801517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66877" y="3943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Powered by 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24978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operating layer for Vietnam's EV future.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696</Words>
  <Application>Microsoft Office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Nguyen Xuan Thien (MS/EPC13-PS)</dc:creator>
  <cp:lastModifiedBy>Nguyen Xuan Thien (MS/EPC13-PS)</cp:lastModifiedBy>
  <cp:revision>3</cp:revision>
  <dcterms:created xsi:type="dcterms:W3CDTF">2026-05-08T15:53:46Z</dcterms:created>
  <dcterms:modified xsi:type="dcterms:W3CDTF">2026-05-09T08:34:21Z</dcterms:modified>
</cp:coreProperties>
</file>